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E1896B-4E4F-4962-8F83-8FF10BA44B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43CEEE-9066-41CB-BA5A-7661635870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EB65DA-0CD4-428B-B53B-0881C908BD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028851-CA3F-4428-913D-A7D773AE6B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FBC17C-3508-4321-9D79-7E91F7AB1A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CBF9B0-85C2-42CD-870C-EB59EDED11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43CF0F-F3FF-477E-BB85-5F92216BE5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5BAFD2-3C76-4BFF-AFC1-8B3178E045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A0BA51-8892-4131-AEDF-A2A48F84C4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036BF1-E5AA-4416-B265-00C01F388E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BEAC08-239C-4A4D-B9B1-306700C4DBE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B5351D-8CA0-45DD-ADD1-EB7ED1C691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55DD22-7EDC-4804-9C1F-025CC693B3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413FE1-B47E-4F44-8656-7F9157F697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7339FF-1D90-43FE-AF1E-F007CF681A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454871-5025-46C0-8F1B-E1E88C17A8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2A4C96-8CF2-4464-9EE6-D2C1ABAAC0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94B735-63F8-44C5-8F76-C7B3D55D58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F2DCD8-A7C5-4257-B08E-65C9EBAE89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FA7DD0-8370-40F5-BDA8-25A2E74772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57D4D2-5E52-4B68-B134-E5B1A892CF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DC6BD2-166B-4FB5-B83C-6F67576EDF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CAEE2A-5075-4338-9B0C-336DDEF344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B809AA-5587-4950-B413-B370203A926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</a:rPr>
              <a:t>Образец заголовка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50D951-DA22-48D2-8679-EA48A7BDB611}" type="slidenum">
              <a:rPr b="0" lang="ru-RU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</a:rPr>
              <a:t>Образец заголовка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FA25B7A-1BED-4770-9BA6-C1D36563BE15}" type="slidenum">
              <a:rPr b="0" lang="ru-RU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</a:rPr>
              <a:t>Велосборщик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</a:rPr>
              <a:t>Проблема проекта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В данный момент 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не 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существует сервисов по онлайн сборке велосипедов.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</a:rPr>
              <a:t>Решение проблемы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2787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Создать приложение-велосборщик, в котором можно будет создать макет будущего велосипеда и отослать его в мастерскую.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000"/>
          </a:bodyPr>
          <a:p>
            <a:pPr algn="ctr"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"/>
              </a:rPr>
              <a:t>Имеющиеся решения данной проблемы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000"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В данный момент существуют лишь сайты 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мастерских, которые предоставляют возможность 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личной договорённости, причём у клиента должен 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быть макет велосипеда с названиями всех 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комплектующих.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По вышеописанной причине я могу лишь привести 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примеры сайтов по сборке компьютеров, таких как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torg-pc,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 на этом ресурсе можно подобрать 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комплектующие, или просто выбрать компьютер по 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настройкам и узнать цену, и, впоследствии, заказать </a:t>
            </a: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его.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LibreOffice/7.3.7.2$Linux_X86_64 LibreOffice_project/30$Build-2</Application>
  <AppVersion>15.0000</AppVersion>
  <Words>127</Words>
  <Paragraphs>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2024-09-26T03:48:37Z</dcterms:created>
  <dc:creator>user</dc:creator>
  <dc:description/>
  <dc:language>ru-RU</dc:language>
  <cp:lastModifiedBy/>
  <dcterms:modified xsi:type="dcterms:W3CDTF">2024-09-26T15:11:11Z</dcterms:modified>
  <cp:revision>5</cp:revision>
  <dc:subject/>
  <dc:title>Велосборщик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4</vt:i4>
  </property>
</Properties>
</file>